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c4e5c8d44940ad" /><Relationship Type="http://schemas.openxmlformats.org/officeDocument/2006/relationships/extended-properties" Target="/docProps/app.xml" Id="R2e8f61fc19464d57" /><Relationship Type="http://schemas.openxmlformats.org/officeDocument/2006/relationships/officeDocument" Target="/ppt/presentation.xml" Id="R2738d22c81a944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95a456e35f4744"/>
  </p:sldMasterIdLst>
  <p:notesMasterIdLst>
    <p:notesMasterId xmlns:r="http://schemas.openxmlformats.org/officeDocument/2006/relationships" r:id="R017006cc4ab04681"/>
  </p:notesMasterIdLst>
  <p:sldIdLst>
    <p:sldId xmlns:r="http://schemas.openxmlformats.org/officeDocument/2006/relationships" id="256" r:id="R5c782908cb874463"/>
    <p:sldId xmlns:r="http://schemas.openxmlformats.org/officeDocument/2006/relationships" id="257" r:id="R3b8c39e574fd42c6"/>
    <p:sldId xmlns:r="http://schemas.openxmlformats.org/officeDocument/2006/relationships" id="258" r:id="R6697dd7f0e61464a"/>
    <p:sldId xmlns:r="http://schemas.openxmlformats.org/officeDocument/2006/relationships" id="259" r:id="R25f46027c8664297"/>
    <p:sldId xmlns:r="http://schemas.openxmlformats.org/officeDocument/2006/relationships" id="260" r:id="R42ad2f91ec2e4e4b"/>
    <p:sldId xmlns:r="http://schemas.openxmlformats.org/officeDocument/2006/relationships" id="261" r:id="R7b2ae5534a674862"/>
    <p:sldId xmlns:r="http://schemas.openxmlformats.org/officeDocument/2006/relationships" id="262" r:id="R385290a017c74337"/>
    <p:sldId xmlns:r="http://schemas.openxmlformats.org/officeDocument/2006/relationships" id="263" r:id="R33b61e4691bf4bcb"/>
    <p:sldId xmlns:r="http://schemas.openxmlformats.org/officeDocument/2006/relationships" id="264" r:id="R67a5f40557ce4daa"/>
    <p:sldId xmlns:r="http://schemas.openxmlformats.org/officeDocument/2006/relationships" id="265" r:id="Raa6740aaef1a43a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95a456e35f4744" /><Relationship Type="http://schemas.openxmlformats.org/officeDocument/2006/relationships/theme" Target="/ppt/theme/theme1.xml" Id="R76e4e596b642494f" /><Relationship Type="http://schemas.openxmlformats.org/officeDocument/2006/relationships/notesMaster" Target="/ppt/notesMasters/notesMaster1.xml" Id="R017006cc4ab04681" /><Relationship Type="http://schemas.openxmlformats.org/officeDocument/2006/relationships/presProps" Target="/ppt/presProps.xml" Id="Rf8c8650e95814247" /><Relationship Type="http://schemas.openxmlformats.org/officeDocument/2006/relationships/viewProps" Target="/ppt/viewProps.xml" Id="R5abb96ac9ecb4bc3" /><Relationship Type="http://schemas.openxmlformats.org/officeDocument/2006/relationships/tableStyles" Target="/ppt/tableStyles.xml" Id="Ra1c5d173efdd41d1" /><Relationship Type="http://schemas.openxmlformats.org/officeDocument/2006/relationships/slide" Target="/ppt/slides/slide1.xml" Id="R5c782908cb874463" /><Relationship Type="http://schemas.openxmlformats.org/officeDocument/2006/relationships/slide" Target="/ppt/slides/slide2.xml" Id="R3b8c39e574fd42c6" /><Relationship Type="http://schemas.openxmlformats.org/officeDocument/2006/relationships/slide" Target="/ppt/slides/slide3.xml" Id="R6697dd7f0e61464a" /><Relationship Type="http://schemas.openxmlformats.org/officeDocument/2006/relationships/slide" Target="/ppt/slides/slide4.xml" Id="R25f46027c8664297" /><Relationship Type="http://schemas.openxmlformats.org/officeDocument/2006/relationships/slide" Target="/ppt/slides/slide5.xml" Id="R42ad2f91ec2e4e4b" /><Relationship Type="http://schemas.openxmlformats.org/officeDocument/2006/relationships/slide" Target="/ppt/slides/slide6.xml" Id="R7b2ae5534a674862" /><Relationship Type="http://schemas.openxmlformats.org/officeDocument/2006/relationships/slide" Target="/ppt/slides/slide7.xml" Id="R385290a017c74337" /><Relationship Type="http://schemas.openxmlformats.org/officeDocument/2006/relationships/slide" Target="/ppt/slides/slide8.xml" Id="R33b61e4691bf4bcb" /><Relationship Type="http://schemas.openxmlformats.org/officeDocument/2006/relationships/slide" Target="/ppt/slides/slide9.xml" Id="R67a5f40557ce4daa" /><Relationship Type="http://schemas.openxmlformats.org/officeDocument/2006/relationships/slide" Target="/ppt/slides/slide10.xml" Id="Raa6740aaef1a43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0c409b01f4443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241c979cff4d1a" /><Relationship Type="http://schemas.openxmlformats.org/officeDocument/2006/relationships/notesMaster" Target="/ppt/notesMasters/notesMaster1.xml" Id="R87637ed4349a4d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ee132421cb34087" /><Relationship Type="http://schemas.openxmlformats.org/officeDocument/2006/relationships/notesMaster" Target="/ppt/notesMasters/notesMaster1.xml" Id="R5428a512c5f042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a504e1313b413a" /><Relationship Type="http://schemas.openxmlformats.org/officeDocument/2006/relationships/notesMaster" Target="/ppt/notesMasters/notesMaster1.xml" Id="R1efe36b5e2dc43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52e06ca274d4351" /><Relationship Type="http://schemas.openxmlformats.org/officeDocument/2006/relationships/notesMaster" Target="/ppt/notesMasters/notesMaster1.xml" Id="R1e06097fd96043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60ffa24bd84e31" /><Relationship Type="http://schemas.openxmlformats.org/officeDocument/2006/relationships/notesMaster" Target="/ppt/notesMasters/notesMaster1.xml" Id="Rd9853295c8a548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0294346013458a" /><Relationship Type="http://schemas.openxmlformats.org/officeDocument/2006/relationships/notesMaster" Target="/ppt/notesMasters/notesMaster1.xml" Id="R185ab271289249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c571181d46f4e16" /><Relationship Type="http://schemas.openxmlformats.org/officeDocument/2006/relationships/notesMaster" Target="/ppt/notesMasters/notesMaster1.xml" Id="R79d0e6db0ea44a8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5e4929b7a7843fe" /><Relationship Type="http://schemas.openxmlformats.org/officeDocument/2006/relationships/notesMaster" Target="/ppt/notesMasters/notesMaster1.xml" Id="R6e015e05f6e6475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dcdc0d2c38840bd" /><Relationship Type="http://schemas.openxmlformats.org/officeDocument/2006/relationships/notesMaster" Target="/ppt/notesMasters/notesMaster1.xml" Id="R591d57c1f85e4d6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5eae6aa14c248e1" /><Relationship Type="http://schemas.openxmlformats.org/officeDocument/2006/relationships/notesMaster" Target="/ppt/notesMasters/notesMaster1.xml" Id="R92b2a7eab1ae44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core value proposition: unattended print infrastructure with revenue protection and scalable operations.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Hasnet PrintHub internal milestone handoff (2026-04-22) and product documentation.</a:t>
            </a:r>
          </a:p>
          <a:p xmlns:a="http://schemas.openxmlformats.org/drawingml/2006/main">
            <a:r>
              <a:t>- Target deployment environments validated in current kiosk concept mockups.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this as the market gap: current print points are service businesses, not managed digital infrastructure.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Hasnet PrintHub internal milestone handoff (2026-04-22) and product documentation.</a:t>
            </a:r>
          </a:p>
          <a:p xmlns:a="http://schemas.openxmlformats.org/drawingml/2006/main">
            <a:r>
              <a:t>- Edge-agent architecture and backend operational runbooks in repository docs.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that this is not a single app but an operational platform with strict transaction control.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Hasnet PrintHub internal milestone handoff (2026-04-22) and product documentation.</a:t>
            </a:r>
          </a:p>
          <a:p xmlns:a="http://schemas.openxmlformats.org/drawingml/2006/main">
            <a:r>
              <a:t>- Edge-agent architecture and backend operational runbooks in repository docs.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 this slide to trust and ease-of-use: fewer disputes and a predictable user journey.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Hasnet PrintHub internal milestone handoff (2026-04-22) and product documentation.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Position this as infrastructure-grade ops, not ad hoc kiosk scripting.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Edge-agent architecture and backend operational runbooks in repository docs.</a:t>
            </a:r>
          </a:p>
          <a:p xmlns:a="http://schemas.openxmlformats.org/drawingml/2006/main">
            <a:r>
              <a:t>- Hasnet PrintHub internal milestone handoff (2026-04-22) and product documentation.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that execution risk is reducing: baseline is built, remaining work is focused hardening and rollout.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Hasnet PrintHub internal milestone handoff (2026-04-22) and product documentation.</a:t>
            </a:r>
          </a:p>
          <a:p xmlns:a="http://schemas.openxmlformats.org/drawingml/2006/main">
            <a:r>
              <a:t>- Edge-agent architecture and backend operational runbooks in repository docs.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flexibility: hybrid pricing can be tuned per client type and location economics.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Hasnet PrintHub internal milestone handoff (2026-04-22) and product documentation.</a:t>
            </a:r>
          </a:p>
          <a:p xmlns:a="http://schemas.openxmlformats.org/drawingml/2006/main">
            <a:r>
              <a:t>- Target deployment environments validated in current kiosk concept mockups.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Communicate disciplined scaling: performance gates before broad rollout.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Edge-agent architecture and backend operational runbooks in repository docs.</a:t>
            </a:r>
          </a:p>
          <a:p xmlns:a="http://schemas.openxmlformats.org/drawingml/2006/main">
            <a:r>
              <a:t>- Target deployment environments validated in current kiosk concept mockups.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should support your ask discussion; update with exact TZS numbers before investor meeting.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Hasnet PrintHub internal milestone handoff (2026-04-22) and product documentation.</a:t>
            </a:r>
          </a:p>
          <a:p xmlns:a="http://schemas.openxmlformats.org/drawingml/2006/main">
            <a:r>
              <a:t>- Edge-agent architecture and backend operational runbooks in repository docs.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confidence: platform foundation is built, and funding unlocks scale execution.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Hasnet PrintHub internal milestone handoff (2026-04-22) and product documentation.</a:t>
            </a:r>
          </a:p>
          <a:p xmlns:a="http://schemas.openxmlformats.org/drawingml/2006/main">
            <a:r>
              <a:t>- Target deployment environments validated in current kiosk concept mockups.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a1014f1fa447d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c9b33a44fc246f2" /><Relationship Type="http://schemas.openxmlformats.org/officeDocument/2006/relationships/slideLayout" Target="/ppt/slideLayouts/slideLayout2.xml" Id="R60a684e1ba3347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a684e1ba3347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b4b2498e7546e7" /><Relationship Type="http://schemas.openxmlformats.org/officeDocument/2006/relationships/image" Target="/ppt/media/image.jpeg" Id="R3f12b65181f741c7" /><Relationship Type="http://schemas.openxmlformats.org/officeDocument/2006/relationships/notesSlide" Target="/ppt/notesSlides/notesSlide1.xml" Id="R178501b100d2471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bfae87d57c4444" /><Relationship Type="http://schemas.openxmlformats.org/officeDocument/2006/relationships/image" Target="/ppt/media/image2.jpeg" Id="R4061d5c5d5674ec7" /><Relationship Type="http://schemas.openxmlformats.org/officeDocument/2006/relationships/notesSlide" Target="/ppt/notesSlides/notesSlide2.xml" Id="R2c4cb5f5e02241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3178668d7c464c" /><Relationship Type="http://schemas.openxmlformats.org/officeDocument/2006/relationships/image" Target="/ppt/media/image3.jpeg" Id="R5de6de38540f4715" /><Relationship Type="http://schemas.openxmlformats.org/officeDocument/2006/relationships/notesSlide" Target="/ppt/notesSlides/notesSlide3.xml" Id="R71e4c7b70b5b4d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9ca5f7400148a7" /><Relationship Type="http://schemas.openxmlformats.org/officeDocument/2006/relationships/image" Target="/ppt/media/image4.jpeg" Id="Rfdaa5dc6700f4aa9" /><Relationship Type="http://schemas.openxmlformats.org/officeDocument/2006/relationships/notesSlide" Target="/ppt/notesSlides/notesSlide4.xml" Id="Re5c188d8cc614c0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85c98fef0644e2" /><Relationship Type="http://schemas.openxmlformats.org/officeDocument/2006/relationships/image" Target="/ppt/media/image5.jpeg" Id="Rf72b69ab82574d0d" /><Relationship Type="http://schemas.openxmlformats.org/officeDocument/2006/relationships/notesSlide" Target="/ppt/notesSlides/notesSlide5.xml" Id="R2a5bad0d903e43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f52016492446c1" /><Relationship Type="http://schemas.openxmlformats.org/officeDocument/2006/relationships/image" Target="/ppt/media/image6.jpeg" Id="R210dad786e0c4b0a" /><Relationship Type="http://schemas.openxmlformats.org/officeDocument/2006/relationships/notesSlide" Target="/ppt/notesSlides/notesSlide6.xml" Id="R4d83494b941745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cb232fb3534148" /><Relationship Type="http://schemas.openxmlformats.org/officeDocument/2006/relationships/image" Target="/ppt/media/image7.jpeg" Id="R14fc70c161ef432d" /><Relationship Type="http://schemas.openxmlformats.org/officeDocument/2006/relationships/notesSlide" Target="/ppt/notesSlides/notesSlide7.xml" Id="R774aa41b458a420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2825d1d8ad4920" /><Relationship Type="http://schemas.openxmlformats.org/officeDocument/2006/relationships/image" Target="/ppt/media/image8.jpeg" Id="Rbdc7e19bd0894948" /><Relationship Type="http://schemas.openxmlformats.org/officeDocument/2006/relationships/notesSlide" Target="/ppt/notesSlides/notesSlide8.xml" Id="R65d7c76775824c2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57ff7fa6d04bec" /><Relationship Type="http://schemas.openxmlformats.org/officeDocument/2006/relationships/image" Target="/ppt/media/image9.jpeg" Id="Rcc9d433b414c4217" /><Relationship Type="http://schemas.openxmlformats.org/officeDocument/2006/relationships/notesSlide" Target="/ppt/notesSlides/notesSlide9.xml" Id="R04c51c045bd2434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5be05e068a47c0" /><Relationship Type="http://schemas.openxmlformats.org/officeDocument/2006/relationships/image" Target="/ppt/media/image10.jpeg" Id="Rc38982246d764595" /><Relationship Type="http://schemas.openxmlformats.org/officeDocument/2006/relationships/notesSlide" Target="/ppt/notesSlides/notesSlide10.xml" Id="Rce7e63b42e23438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12b65181f741c7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F97599-02AE-400F-9793-3C8CBE50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F806D1-67AB-4464-B3D1-D36FFAE5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CC5EC6-19FA-4E06-BC70-0455C17D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38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HASNET ICT SOLUTION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518C0D-2197-41D4-A432-2305FDD3B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747712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214"/>
                </a:solidFill>
              </a:defRPr>
            </a:pPr>
            <a:r>
              <a:rPr sz="3600" b="1">
                <a:solidFill>
                  <a:srgbClr val="101214"/>
                </a:solidFill>
              </a:rPr>
              <a:t>Hasnet PrintHub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3CB74A-8093-498C-8969-8F06C326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581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0363A"/>
                </a:solidFill>
              </a:defRPr>
            </a:pPr>
            <a:r>
              <a:rPr sz="1500" b="0">
                <a:solidFill>
                  <a:srgbClr val="30363A"/>
                </a:solidFill>
              </a:rPr>
              <a:t>Secure, mobile-money-first self-service printing for Zanzibar and beyond.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8D4950-F955-4DCC-8B1A-2BE8D5B0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3714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450670-6EBD-48AC-8518-7CC13184B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320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214"/>
                </a:solidFill>
              </a:defRPr>
            </a:pPr>
            <a:r>
              <a:rPr sz="1725" b="1">
                <a:solidFill>
                  <a:srgbClr val="101214"/>
                </a:solidFill>
              </a:rPr>
              <a:t>No Payment, No Print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60BFCB-234D-4A33-83FC-B9217F00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Hasnet PrintHub | Zanzibar deployment-ready concept deck</a:t>
            </a:r>
          </a:p>
        </p:txBody>
      </p:sp>
    </p:spTree>
    <p:extLst>
      <p:ext uri="{BB962C8B-B14F-4D97-AF65-F5344CB8AC3E}">
        <p14:creationId xmlns:p14="http://schemas.microsoft.com/office/powerpoint/2010/main" val="11657708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61d5c5d5674ec7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655E97-C774-4F81-B1A2-E6C4A6E7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45C396-CB30-4CF0-A708-6624D8BE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THE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7E11DD-92EE-4261-AF63-1944ED6B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02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9E3883-EC01-45A2-8488-446096F7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35BBBF-7500-42C1-88B1-0A8CC36C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6BC6C0-0516-4483-B532-B7733503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Traditional Print Shops Leak Revenue and Scale Poorly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18D57B-53D8-4F0D-999E-A4862AE7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Manual operations create payment disputes, weak audit trails, and inconsistent customer experience.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20A9BF-699C-488F-A22C-D4B7DC86F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3384550" cy="1924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B8BB9C-AEAA-47A1-99D1-424F4C59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762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B48265-855A-47AA-AB27-378D5819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57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673FCF-3717-4D9E-81A1-D96D7101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338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9C34E5-0E5E-440F-8D0E-BC4B2CAE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2576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247C51-1A43-4D1E-9710-489B7342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910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3E7B5B-DBCB-4A6B-BE6E-D3B549A8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386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Revenue Leakage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E6E8B4-7942-41E8-B99C-A0CEFFDB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48200"/>
            <a:ext cx="2927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Unpaid prints and manual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reconciliation reduce profit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confidence and slow daily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cash control.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8FD5F9-112C-42AC-841E-14DE4A89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829050"/>
            <a:ext cx="3384550" cy="1924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FDA476-EE2C-4833-B1D1-F852E3D3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829050"/>
            <a:ext cx="762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73DFCD-CD7C-42C9-A405-4B96D4B2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57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0437A6-AFB5-4D3E-97B2-6D588BD2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229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8F0DBB-553C-4197-A32E-28F96AC3C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314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C0CE56-67F3-4112-8AD7-A66019628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2957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38FBE8-60DC-4777-AEA5-EE478085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0386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Operator Dependency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693BF0-46F6-4682-8FA4-A3E8E215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648200"/>
            <a:ext cx="2927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Service quality varies by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operator shift, and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unattended expansion is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difficult.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2BC188-1302-4A20-B0AF-84C45BF8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29050"/>
            <a:ext cx="3384550" cy="1924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AFBC49-1831-41F9-B021-980938F8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29050"/>
            <a:ext cx="762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813E3D-AC65-4E22-B778-83A9547D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057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539FE2-EE30-48E9-9371-05DC7504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2005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189EBC-89AB-4FAF-931D-757E9F2FB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2862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0DC9E5-BCD5-486E-BB82-12800C50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3719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4E87C6-F51C-44AC-A035-5490985B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0386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Low Visibility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18E572-AE05-4E2B-9BAE-FC3632DE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648200"/>
            <a:ext cx="2927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Multi-site oversight is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limited without centralized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device, payment, and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incident reporting.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786752-9C5E-4F7C-BB6D-B73EDB1C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Hasnet PrintHub | Zanzibar deployment-ready concept deck</a:t>
            </a:r>
          </a:p>
        </p:txBody>
      </p:sp>
    </p:spTree>
    <p:extLst>
      <p:ext uri="{BB962C8B-B14F-4D97-AF65-F5344CB8AC3E}">
        <p14:creationId xmlns:p14="http://schemas.microsoft.com/office/powerpoint/2010/main" val="18871726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e6de38540f4715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7D7E22-8564-4BAB-B196-1159E8119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CBED14-A677-45CD-8F0A-29BDBCF9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THE SOLUTION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7B7B55-1D9F-4AE5-A83E-F7492E7D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03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985195-53D0-47C2-9242-1EFF8F1D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07B7BC-D1B2-4578-9AF1-360586A2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196564-D0AB-4F61-8606-A9C89EBB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Hasnet PrintHub Delivers Control, Automation, and Scale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947AC3-187B-4A05-BC04-8028AF32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A full-stack kiosk platform connecting customer flow, payments, and local print execution.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22D8A6-DE81-4B18-9315-AA5C302C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8E1780-E387-4FD3-898F-6489E70C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354B9C-068E-4C8C-A0CD-C44A4CF8C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1 Platform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DB99F1-4B7B-4C83-82D3-AAC260E04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Customer + Admin + Edge Agent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EA9C87-F6FE-4A48-A80E-D4BF6C02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Integrated stack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C4861A-2170-43AA-9A33-3957209D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0C4BFE-FDB6-4B4F-BF0E-9923A7E6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ECE605-C75B-44D7-A5CC-09D8B8F8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100%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664A79-83E2-4078-8C5C-6893BA88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Payment Gate Enforcement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A72D9D-904A-41D8-9915-FF7B38F3E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No successful payment, no print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E352B0-954A-4BED-9000-52997D6C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2F7E32-2F3B-4358-90FB-7577C9E85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BD0DD5-AAC4-469A-9DE8-2EBFFFF8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Multi-Kiosk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1C36D6-6AB5-4A72-A8ED-10170C4B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Central Backend by DEVICE_CODE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F7B53F-3C25-40DD-8E2D-58B5DB133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Designed for scale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EE151D-0AB6-4790-BBC7-9CF982DD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Hasnet PrintHub | Zanzibar deployment-ready concept deck</a:t>
            </a:r>
          </a:p>
        </p:txBody>
      </p:sp>
    </p:spTree>
    <p:extLst>
      <p:ext uri="{BB962C8B-B14F-4D97-AF65-F5344CB8AC3E}">
        <p14:creationId xmlns:p14="http://schemas.microsoft.com/office/powerpoint/2010/main" val="19066208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aa5dc6700f4aa9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4FAB3E-FDB1-4695-8538-29B553D5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202C28-95D7-4D90-8B8C-2B9DC1B0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CUSTOMER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5FF3BF-A97B-49DE-A418-EFCDCFA7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04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F35657-9DBA-4AF7-BA05-B4AB10ADC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AA56FC-19E4-40FA-90AC-08A9315B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549EBD-D406-4522-B7C3-B4F5A953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Scan -&gt; Upload -&gt; Pay -&gt; Print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B1D711-5649-4972-8460-102E90A9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Fast, mobile-friendly flow with clear status tracking and receipt visibility.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62D530-E9AB-48FC-A98C-93C13D40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3384550" cy="1924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022FB4-8342-4D11-A575-B7CB18E4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762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E2E4D7-2270-4BA5-BD02-83C5CB69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57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7B733C-4C59-419A-B0B1-D5A53A9B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338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B37CEF-2FD0-47D3-8C4F-B74B4A94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2576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2ED49D-629E-4ABF-ADE1-01FE818A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910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7B2DA1-7E11-4DD1-8F5A-AF95EBD9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386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Scan and Upload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92BC3E-9482-4E49-8EE4-3244F685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48200"/>
            <a:ext cx="2927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Customer scans kiosk QR,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uploads PDF, and chooses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mode, copies, and page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range.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4915A5-4C76-4F2A-9787-3ADE1157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829050"/>
            <a:ext cx="3384550" cy="1924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357F44-C2AC-40EA-B69B-D8BA6F24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829050"/>
            <a:ext cx="762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CEA4E0-7C12-400A-BA06-F4779B18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57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81A5B4-3EF6-4424-B0E4-BEA4F86D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229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3883AC-F723-4CA6-8056-5B8FF8C7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314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4D2952-5DE9-464A-A659-60FE2E2E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2957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A9FC52-7463-4834-99F8-F499FC31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0386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Secure Payment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86348C-F808-498B-850C-AC1D8A4B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648200"/>
            <a:ext cx="2927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Server-side quote and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payment request prevent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manipulation of billing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values.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A045DA-B273-46B1-8A17-76DAC5AC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29050"/>
            <a:ext cx="3384550" cy="1924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4D778A-A0DC-4EB3-9813-2FE542E1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29050"/>
            <a:ext cx="762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49C2E5-8F28-4781-B23C-75587F7C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057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8E9FBD-DBE6-49D9-8AE4-224C8AE8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2005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A981AA-D083-4FF8-A530-38A3D896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2862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780E35-DB45-44F4-9B82-99E494D97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3719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352083-A04F-4120-8126-CD468D95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0386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Status and Collection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1D102B-A4CD-4E92-935A-4F43C10A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648200"/>
            <a:ext cx="2927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Only confirmed payments are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dispatched to print, then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customer receives status and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receipt.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8542E6-E4F5-44C7-BC72-FB9C0897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Hasnet PrintHub | Zanzibar deployment-ready concept deck</a:t>
            </a:r>
          </a:p>
        </p:txBody>
      </p:sp>
    </p:spTree>
    <p:extLst>
      <p:ext uri="{BB962C8B-B14F-4D97-AF65-F5344CB8AC3E}">
        <p14:creationId xmlns:p14="http://schemas.microsoft.com/office/powerpoint/2010/main" val="4131277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2b69ab82574d0d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627884-C9E7-4017-B7E0-75D22EC7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987CF4-78E0-48F7-B583-332200700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D23210-A8FB-4BBF-9FC5-0EF22B63F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05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BBA55A-A2C1-4D2A-AD81-74CACC98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7A0552-4FF0-4245-AED6-1F4C27E1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765CC1-FE16-4D26-AFDA-D0061951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Local-First Architecture for Real Kiosk Conditions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C217B8-BDE5-4288-9158-241D1C5D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Designed for reliability with Raspberry Pi edge runtime and centralized admin oversight.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32A86C-FF63-4989-9ECA-809D5D7D9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3384550" cy="1924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CA6282-AD51-4BA8-9B5B-8FB05C95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762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B55233-8FEB-45F3-94AB-0BA4F868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57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93092A-77D0-479E-9246-B972BF28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338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A7E78A-8916-42D0-9D21-1715F933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2576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CF1809-DE99-4FB5-B392-895DBE1AF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910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68F3D8-0498-439D-A553-FCDFE8E6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386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Edge Execution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B19C8C-C8AB-4429-946D-E7682392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48200"/>
            <a:ext cx="2927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Pi-based agent handles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queueing, printer checks,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and heartbeat reporting per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kiosk.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9726DF-D0C1-4FF6-8FE4-41EDA316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829050"/>
            <a:ext cx="3384550" cy="1924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118D83-60E4-42B1-B42C-35C2405FD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829050"/>
            <a:ext cx="762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F21079-F296-465C-8128-7349EDC8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57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B3A631-B4CA-46D4-ADCB-D6155702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229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C08165-E1D7-4F4B-8A39-B859CBE1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314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C269BB-C3F2-4B08-8EB1-F29C00AF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2957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4421D4-4441-4905-962B-D22CF0A2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0386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Shared Control Plane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09F825-DC0B-4AA5-9B1D-2E292F36C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648200"/>
            <a:ext cx="2927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One admin backend manages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many kiosks using unique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device identity and scoped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jobs.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226C31-2F7F-4E47-A09F-F2A8597B4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29050"/>
            <a:ext cx="3384550" cy="1924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63999E-CAD9-4BDE-BF70-7D2CF0DE3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29050"/>
            <a:ext cx="762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18AFFD-1BAA-41E8-A1C2-B7B869E7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057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227567-EE5A-43A3-BCED-1D31E6AB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2005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5D4D6D-810E-4A7C-B406-C887E26F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2862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5B9F10-2374-40B9-8B98-2C5B9300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3719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E07001-2848-4440-8481-7C7CBC02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0386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Provisioning Discipline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AD21AE-753E-445F-9681-D94A84FD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648200"/>
            <a:ext cx="2927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Profile-based provisioning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and runbooks reduce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deployment variance across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new sites.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BAA297-BCA3-49B0-9DAB-8C261F11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Hasnet PrintHub | Zanzibar deployment-ready concept deck</a:t>
            </a:r>
          </a:p>
        </p:txBody>
      </p:sp>
    </p:spTree>
    <p:extLst>
      <p:ext uri="{BB962C8B-B14F-4D97-AF65-F5344CB8AC3E}">
        <p14:creationId xmlns:p14="http://schemas.microsoft.com/office/powerpoint/2010/main" val="16091313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0dad786e0c4b0a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99F269-F81D-4C4A-B7DF-46EA4231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DF47B8-D855-4BAE-B967-E6A42D22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TRACTION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143739-BA25-4A84-AB55-430B22F0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06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4B1D4C-FF46-4AF9-ACDF-3B3149C3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CAE5D1-DFB7-486B-904A-4D51083B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89E3E3-3158-4FD8-A80D-DB7B1689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Build Progress and Technical Readiness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929E71-CEE5-4CE0-8320-71E76B9D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Core milestone foundation is already implemented and validated for next rollout phase.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FB724A-6F6F-415B-87CD-46F69FA0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FBFE5F-E5B7-4325-82BD-8814BBC4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DB56BE-DB2C-4C34-97EF-76D0AD57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106 Passed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A72C44-4991-46D2-BD67-3D7D3B28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Backend Regression Tests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066F5A-CD8D-4209-8061-F09DBB4E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Latest documented run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8A1DC4-B8D7-48D3-8B04-3B86545F9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973AC8-D22C-4104-A273-CC7E0C63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2584ED-80F9-49B7-B86B-D6175511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Auth + RBAC Base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A0ED8B-88BA-41EA-9B21-BAA36511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Admin Protection Implemented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90076B-4262-4266-8049-0C7FEFEB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Role expansion in next phase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4189FE-B7FA-458B-A743-D25F3AD7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40CEDA-0BAB-493C-909E-718B57CC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D819C3-3123-40D8-AC51-BD101FA1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Brand Refresh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1E411D-7ACB-47BE-B580-824579A2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Hasnet Customer/Admin UX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ECEE1D-A058-4153-B0E0-83B76F539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Current milestone shipped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018599-57CE-44A9-A49B-971AD090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Hasnet PrintHub | Zanzibar deployment-ready concept deck</a:t>
            </a:r>
          </a:p>
        </p:txBody>
      </p:sp>
    </p:spTree>
    <p:extLst>
      <p:ext uri="{BB962C8B-B14F-4D97-AF65-F5344CB8AC3E}">
        <p14:creationId xmlns:p14="http://schemas.microsoft.com/office/powerpoint/2010/main" val="3780064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fc70c161ef432d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031F3F-0DE3-4C6D-81EB-55474DCD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850E1D-42E0-4212-BAD4-2DEC8EC7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BUSINESS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0520A0-6167-4AD4-AC4B-53B66672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07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6B9A7E-AD0A-4FA7-B84C-B96C6ACD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32D1E2-5E0F-48F2-827E-138B4CAC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E90138-B8FA-42DF-928E-8E07106B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Multiple Revenue Paths per Kiosk Network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8F9CD4-F44B-4915-AC60-1C634122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Hasnet can monetize transaction volume, operations, and service reliability.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A04F81-A1EF-466F-ABC4-4051265C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3384550" cy="1924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19D3B4-75C0-4159-9CDA-3D099387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762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F91EAA-72F6-449F-AFCA-08607E52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57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64589B-3241-4871-9792-E60B6246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338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C722A2-1A56-45F7-B496-054AD383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2576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586236-0127-45C0-AFE4-E569725F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910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77A818-7F69-419F-82C6-98A0E28F1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386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Per-Page Margin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D1AE9D-DEED-486A-B51C-FF2933CA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48200"/>
            <a:ext cx="2927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Direct transaction margin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from secure paid printing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events.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6628CF-E1C7-4588-9289-16A452DC6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829050"/>
            <a:ext cx="3384550" cy="1924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2569A4-B8AB-4644-A971-DD15D372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829050"/>
            <a:ext cx="762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A4D579-8B71-4869-9A51-02BDB1D8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57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FF4465-E3C3-497B-B27D-AD9EB526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229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714AC8-8F9E-47D8-B284-9ECBBF28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314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61FC58-CE28-42EF-A92C-C5BB6C8B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2957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65E7ED-059E-4550-BBFD-F7D35E55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0386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SaaS + Support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BECBB8-31F6-40EB-915A-6D869EFE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648200"/>
            <a:ext cx="2927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Monthly fee per kiosk for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platform operations,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monitoring, and updates.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8EAB7C-282B-4F88-9089-B5146D59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29050"/>
            <a:ext cx="3384550" cy="1924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7BBD0D-C650-4250-9520-1CEAD06D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29050"/>
            <a:ext cx="762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F4BE41-F889-4868-9409-1AFE5510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057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CB959-34DF-4F48-AB84-24DDF1BC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2005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9017A0-2A16-44EC-B1DB-B1DE13F2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2862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569B45-AB9B-48F0-9718-08B530E2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3719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D5BA6B-AC36-4672-99F7-852E70E4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0386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Institutional Contracts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1F8FB0-E08E-42C4-8A87-E39D4E769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648200"/>
            <a:ext cx="2927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Campus, airport, and office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deployments create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repeatable B2B rollout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value.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813FBE-E7F5-4002-BF1F-47E2EEAE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Hasnet PrintHub | Zanzibar deployment-ready concept deck</a:t>
            </a:r>
          </a:p>
        </p:txBody>
      </p:sp>
    </p:spTree>
    <p:extLst>
      <p:ext uri="{BB962C8B-B14F-4D97-AF65-F5344CB8AC3E}">
        <p14:creationId xmlns:p14="http://schemas.microsoft.com/office/powerpoint/2010/main" val="14353810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c7e19bd0894948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DDEAB0-B2DD-4C28-AD7F-9E7A6705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BF9D0E-09E9-4B88-A538-23725C80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GO-TO-MARKET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4FD169-116D-47C9-8F83-13B9715A9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08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C44E28-2821-47A9-9FD4-56DD51FE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B0C81C-6F98-4224-A791-9924AEE1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B828C2-3B0D-469F-9889-D7688F90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Pilot, Prove, Then Replicate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9384FF-1089-4D28-AB77-E7B190E6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Execution strategy prioritizes controlled pilots and fast template-based expansion.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1DA4F6-EA08-46CF-92AA-AB591DBB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3384550" cy="1924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18D175-DF07-4782-A940-A122760E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762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3A278D-5D95-41D8-B624-03E5CA15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57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4B4DF8-B18F-46AA-873B-63DBB6DC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338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C10E1E-FDFC-41BE-8660-CAAD5C0F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2576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5D2A97-6920-406E-A6BB-B48F80FD0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910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7EDE58-32B3-4100-8FF7-17E12281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386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Phase 1: Pilot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1B00AB-FE15-4064-8E9E-89B37AA7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48200"/>
            <a:ext cx="2927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Deploy 1 to 3 kiosks,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measure uptime,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payment-to-print success,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and customer adoption.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515459-0E70-407C-9994-01B58111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829050"/>
            <a:ext cx="3384550" cy="1924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6A193C-21C5-48D7-82B1-FE8D763E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829050"/>
            <a:ext cx="762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F47F96-CBD1-4FA0-870B-F752F603C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57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0A2D57-6B5A-431B-9A41-C4AF0A68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229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B7607E-1762-4064-8ABA-A0404BD1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314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EBC789-B33C-46FB-9542-E95E8E43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2957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48283F-D096-47EF-9C52-6EAD6D2A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0386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Phase 2: Multi-Site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7F61C4-03E8-4900-8689-05ECDAD3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648200"/>
            <a:ext cx="2927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Scale with profile-driven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provisioning and centralized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admin governance.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A6B8FE-8535-4EBA-8D79-3B62E34D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29050"/>
            <a:ext cx="3384550" cy="1924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CD7A6E-8F90-4C31-9855-80B46626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29050"/>
            <a:ext cx="762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A0726E-32D7-4385-A83A-258326E0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057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63B0A4-8E40-4C43-A0DB-04C8C945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2005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28A025-C82D-4362-B9DA-CD1E8632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2862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A1A7FF-EA05-48BC-8941-FC0DCA2F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3719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DE1919-C52E-4B96-AF1C-E2FA8383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0386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Phase 3: Expansion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ABC56C-A40F-47ED-96ED-D3712DA0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648200"/>
            <a:ext cx="2927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Extend into institutional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clusters with standardized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operations playbooks.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2D353A-4883-4C6C-B807-96D59667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Hasnet PrintHub | Zanzibar deployment-ready concept deck</a:t>
            </a:r>
          </a:p>
        </p:txBody>
      </p:sp>
    </p:spTree>
    <p:extLst>
      <p:ext uri="{BB962C8B-B14F-4D97-AF65-F5344CB8AC3E}">
        <p14:creationId xmlns:p14="http://schemas.microsoft.com/office/powerpoint/2010/main" val="17732562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9d433b414c4217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3F5133-2E5A-4734-8CCF-D3A80BB9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DD65A5-7E66-4339-94FC-C2B58C6F9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FUNDING USE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893EA5-6E67-4E95-BB63-6EE14FDE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09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EE2D4A-6498-4184-B18B-B1469AEB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56471C-ADD3-499F-8D61-54F25663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AD17CF-D3D2-4DF3-90EB-AC47FF571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Capital Will Accelerate Deployment and Reliability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36EAAC-1CD8-4CBE-A903-5B39547A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Funding converts current technical momentum into production footprint and recurring revenue.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C8100C-29E8-4F9B-AB5A-2BD2DEE6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21AC14-EA8E-4D7D-BD5B-4A6738BD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AC0E5F-351F-4AB6-A32F-7CC9FB27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Hardware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011D5E-862A-4BC8-B657-5F8B518D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Kiosk + Printer Buildout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C1007C-30F8-4B45-BBAF-3B79F58F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Deployment capacity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1E65DB-A27A-4B57-9AFA-A8FA184B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BDDCBF-0978-4A69-A41C-206C381B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BB6151-E594-4CEE-B291-C59BA1F86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Operations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A0B066-7FD9-4AA6-88F4-97D0FCBD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Field Support + Monitoring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BDCD2C-D752-4860-93D0-11030942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Uptime and service quality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3FDE04-5611-44C8-90CE-7D9433CD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98152A-FE05-43E2-B0B4-497AC53E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5EB4DD-BE45-4ABE-9868-D0F35F84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Product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7E3F22-BDE5-4694-ABA0-55A189F1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Telemetry + Alerts + QA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9DE171-3567-47F1-A0BD-312E86EE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Reliability at scale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3DAC03-0059-4D7D-ABA7-E124A154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Hasnet PrintHub | Zanzibar deployment-ready concept deck</a:t>
            </a:r>
          </a:p>
        </p:txBody>
      </p:sp>
    </p:spTree>
    <p:extLst>
      <p:ext uri="{BB962C8B-B14F-4D97-AF65-F5344CB8AC3E}">
        <p14:creationId xmlns:p14="http://schemas.microsoft.com/office/powerpoint/2010/main" val="11294389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8982246d764595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229114-2598-409A-8EE6-C588D69B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B4C790-4C24-4DE0-A64E-33FCE53C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THE 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2E98E6-E288-47EB-B350-F65FC897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10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D59E55-51ED-447E-BF31-9675E9DF4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D60E1B-FDDA-4485-8A01-DE171AB0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675DD4-BF9F-4177-B2A8-E24E934EC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Partner With Hasnet to Build Zanzibar's Print Infrastructure Layer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B81468-0D9C-4474-84DF-815C8D5B0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We are ready for a controlled scale phase with measurable milestones and disciplined governance.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F47C81-BB42-40C6-9657-20AF4B8BB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3384550" cy="1924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B80A23-5762-472D-8439-FB9167A4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762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357DF1-47ED-4A73-AA88-C76FDCDD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57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A3C188-B668-4D35-8A87-2594B14F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338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ED78B1-4445-4498-9DD6-0C8719DA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2576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EADFB1-7D44-42AF-B807-116CF0FF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910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69CF7F-5115-46E2-B603-3218EECB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386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Investment 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9416E4-6322-4C53-8DD1-EE56A74D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48200"/>
            <a:ext cx="2927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Set amount, runway, and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expected milestone outcomes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directly in this final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slide.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272CD9-AD68-4865-8176-EA093A58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829050"/>
            <a:ext cx="3384550" cy="1924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0D2FFF-1F25-4F2C-8AA6-BF5783CB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829050"/>
            <a:ext cx="762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0EFC73-D4EA-4236-92BC-20AB5CFF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57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BACBB6-B9F6-4636-BCAC-394931A9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229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13E760-5D2A-4952-A3A0-0C14311B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314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725E2F-A528-4187-B11D-CCB96F6A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2957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705918-4DF1-4AC1-968D-54C266A7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0386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Milestone Commitments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071F8C-DB00-46D3-842E-C2F6F5CF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648200"/>
            <a:ext cx="2927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Define kiosk count, uptime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target, and monthly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transaction milestones for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transparency.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FA212C-B638-41C0-906F-C9FD9FD7C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29050"/>
            <a:ext cx="3384550" cy="1924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675812-DEC0-4589-BAA2-55864941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29050"/>
            <a:ext cx="762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F7E445-3F4F-4F77-B0B6-C6F08ECC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057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26AB4C-A786-4C47-98BC-8629AA72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2005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4BA8BD-324B-4B5C-B05B-654EC2B0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2862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D316C5-4B4F-433E-A872-1F1BB621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3719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A5C4C7-9369-4CCB-9FFB-135838C6E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0386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Immediate Next Step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CBEE9B-EB2E-488E-904D-6C27DA7C1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648200"/>
            <a:ext cx="2927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Align on pilot financing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structure and launch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timeline for first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production sites.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F27FAC-93F6-4960-BD0B-DD1693915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Hasnet PrintHub | Zanzibar deployment-ready concept deck</a:t>
            </a:r>
          </a:p>
        </p:txBody>
      </p:sp>
    </p:spTree>
    <p:extLst>
      <p:ext uri="{BB962C8B-B14F-4D97-AF65-F5344CB8AC3E}">
        <p14:creationId xmlns:p14="http://schemas.microsoft.com/office/powerpoint/2010/main" val="7464770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2026-04-25T18:08:33.4160000Z</dcterms:created>
  <dcterms:modified xsi:type="dcterms:W3CDTF">2026-04-25T18:08:33.4160000Z</dcterms:modified>
</coreProperties>
</file>